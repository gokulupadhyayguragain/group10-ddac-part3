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SafeTrace - Alzheimer Wandering Alert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3 - Alzheimer Wandering and Missing Elderly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CT071-3-3-DDAC | Group 10 | Final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Aayush Paneru, Gokul Guragain, Mohit Bhandari, Sugam Paudel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event-driven community response system for missing elderly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 &amp; Scenario Background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Solution Overview &amp; SafeTrace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Task 1: Compute and Database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Task 2: Serverless Integration and Decoupling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Sighting-to-Notification Event 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Performance Monitoring (CloudWatch &amp; X-Ray)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Team Workload &amp; Individual Contributions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Challenges, Lessons Learned &amp;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Alzheimer's Wandering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Alzheimer's impairs memory, spatial orientation, and logical reasoning.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Wandering behavior affects up to 60% of dementia patients.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individuals are at high risk of accidents, exposure, and exploitation.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responses (manual reports, fragmented social posts) are uncoordinated.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Need: A centralized platform for rapid report filing and sighting logs.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Overview: SafeTrace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React/Next.js frontend and secure Node Express backend.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User Roles: Caregiver/Family, Community Responder, Admin, Guest.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Rate-limited account registration with email verification codes.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File missing person reports with photographs.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Geotagged community sightings displayed on interactive maps.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Automatic alert notifications sent to caregivers.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Administrative dashboard tracking metrics and active cases.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Monolithic Cloud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Compute Layer: Hosts backend API and statically served frontend.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PostgreSQL Database: Main database containing users and reports.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Best Practices: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Database in VPC private subnet, protected from public access.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Port 5432 bound only to the EC2 security group.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Local uploads use fallback Base64 data URLs inside the database.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Resend API key and JWT secret are loaded from Secrets Manager.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Serverless Ingestion &amp; Microservices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Decouple high-volume endpoints to prevent system bottlenecks.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API Gateway: Route event-ingestion requests to Lambda.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Functions: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sighting-ingest: Validates alert events and enqueues to SQS.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alert-dispatcher: SQS-triggered notification sender publishing to SNS.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Bucket: Store patient and sighting photos outside the relational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Decoupling Sighting Event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Community member submits sighting via React client.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 writes the sighting to RDS and uploads the photo to S3 when configured.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Alert event is sent to API Gateway -&gt; sighting-ingest Lambda, or directly to SQS fallback.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sighting-ingest pushes the alert event to Amazon SQS SightingQueue.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SQS queue triggers alert-dispatcher Lambda asynchronously.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alert-dispatcher calls Amazon SNS Publish on SafeTraceAlerts topic.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SNS broadcasts alerts immediately to caregivers via SMS/Email.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vs Task 2 Architectural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Compute: EC2 server app remains -&gt; Serverless alert microservices are added.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Decoupling: Direct backend route writes -&gt; Amazon SQS Queue buffering.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Notification: Database flags -&gt; Active SMS &amp; Email via Amazon SNS topic.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 No cloud status visibility -&gt; Admin SQS/CloudWatch queue status panel.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Main app stays on EC2 -&gt; Alert pipeline scales per Lambda invocation.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Database Base64 strings -&gt; Amazon S3 photo uploads bucket.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Monitoring - CloudWatch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Execution: Capture duration, invocations, errors, throttles, and log streams.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 Queue Depth: Capture visible, in-flight, delayed, and oldest-message-age metrics.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Delivery: Capture publish metrics and confirmed email/SMS subscriptions.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Health: Capture database connectivity and private security group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Monitoring - AWS X-Ray Tracing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tracing should show: API Gateway -&gt; sighting-ingest Lambda -&gt; SQS -&gt; alert-dispatcher Lambda -&gt; SNS.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cold-start duration if it appears in traces.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Admin queue panel to explain queue wait time during the demo.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alert queue drains in roughly 0-5 seconds under normal demo traffic.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Matrix &amp; Ownership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Aayush Paneru (NP069584) - Authentication, Resend verification, profile module, OAuth/Secrets configuration (25%)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Gokul Guragain (NP069822) - Missing reports, database schema, Leaflet maps, S3 upload (25%)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Mohit Bhandari (NP069596) - Sightings, API Gateway/Lambda pipeline, SQS queue, SNS topic (25%)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Sugam Paudel (NP069840) - Admin AWS queue status, resources, CloudWatch/X-Ray evidence (25%)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 contributed 25% of the overall system. Responsibilities had zero overlap.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Technical Solutions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wait appears as zero: Solved in demo by temporarily disabling Lambda trigger, then re-enabling 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SNS SMS Sandbox Limits: White-listed test numbers to allow caregiver alerts.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 CORS blocking uploads: Created strict CORS policies mapping to frontend port 3000.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 Message Delivery Failures: Configured Dead Letter Queue (DLQ) to capture errors.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 architectures via SQS queues dramatically increases system resilience.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design requires proactive management of connection limits and cold starts.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local-fallback code paths ensure grading validity without active cloud budgets.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workload ownership prevents development overlap and accelerates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SafeTrace successfully solves Alzheimer wandering risks via cloud-native features.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core functionality operates on EC2 + RDS with JWT validation and Resend email verification.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is a separate serverless extension using API Gateway, Lambda, SQS queues, SNS alerts, and S3.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dashboards and admin queue status provide monitoring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SafeTrace is fully documented, graded locally, and prepared for AWS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Alzheimer's Association. (2019). Alzheimer's disease facts and figures.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Jonas, E., et al. (2019). Cloud programming simplified: Berkeley serverless view.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Mell, P., &amp; Grance, T. (2011). The NIST definition of cloud computing.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Health Organization. (2021). Global status report on dementia response.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2026-05-28T07:53:25Z</dcterms:created>
  <dcterms:modified xsi:type="dcterms:W3CDTF">2026-05-28T07:53:25Z</dcterms:modified>
</cp:coreProperties>
</file>